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4EA5EBC-B88C-4929-A85E-42A7FF47D0F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Crime (F)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10913AE-82E0-41D4-826A-9BECC1A5B01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2025/12/8 1:23:01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cinct Crime Map" id="2" name="slide2">
            <a:extLst>
              <a:ext uri="{FF2B5EF4-FFF2-40B4-BE49-F238E27FC236}">
                <a16:creationId xmlns:a16="http://schemas.microsoft.com/office/drawing/2014/main" id="{ECF33C85-AB7B-4B3C-867D-D8EC3FF52C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5465" y="0"/>
            <a:ext cx="59010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2025-12-08T07:23:01Z</dcterms:created>
  <dcterms:modified xsi:type="dcterms:W3CDTF">2025-12-08T07:23:01Z</dcterms:modified>
</cp:coreProperties>
</file>